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4630400" cy="8229600"/>
  <p:notesSz cx="8229600" cy="14630400"/>
  <p:embeddedFontLst>
    <p:embeddedFont>
      <p:font typeface="Montserrat" panose="00000500000000000000" pitchFamily="2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629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546152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Flask: The Python Microframework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296489"/>
            <a:ext cx="762738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Flask is a lightweight microframework for Python web development. It's designed to be simple and extensible. Flask gives developers the flexibility to choose components. This allows them to build exactly what they need.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583775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Features of Flask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83798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Lightweight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410789"/>
            <a:ext cx="401835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Flask provides the essentials without overhead. Add only what you need for your project.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12926" y="383798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Built-in Server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12926" y="4410789"/>
            <a:ext cx="4018359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and debug easily with the development server included in Flask.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67543" y="383798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Jinja2 Templating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67543" y="4410789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 dynamic web pages with Jinja2, a powerful templating engine.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280404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RESTful API Support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3318034"/>
            <a:ext cx="541615" cy="5416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44709" y="4076224"/>
            <a:ext cx="232576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REST APIs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44709" y="4562356"/>
            <a:ext cx="2325767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Ideal for building backend services that serve data to frontends.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5398" y="3318034"/>
            <a:ext cx="541615" cy="5416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5398" y="4076224"/>
            <a:ext cx="232588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Extensible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895398" y="4562356"/>
            <a:ext cx="2325886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with SQLAlchemy, Flask-Login, My SQL and other extensions.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6205" y="3318034"/>
            <a:ext cx="541615" cy="5416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6205" y="4076224"/>
            <a:ext cx="232576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Python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46205" y="4562356"/>
            <a:ext cx="2325767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efficient applications with Python's simplicity and readability.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757130"/>
            <a:ext cx="663511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Flask vs. Django &amp; FastAPI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40113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Flask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584144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Simpler and more flexible. It gives developers more control.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12926" y="40113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Django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12926" y="4584144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full-fledged framework with many built-in features.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67543" y="40113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FastAPI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67543" y="4584144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Optimized for building APIs with high performance.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08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238387"/>
            <a:ext cx="675191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Importance &amp; Applications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551973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462326" y="55197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Rapid Prototyping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62326" y="6005870"/>
            <a:ext cx="352282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Quickly build and test web apps with minimal setup.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201722" y="551973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05738" y="55197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RESTful API Dev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05738" y="6005870"/>
            <a:ext cx="352282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APIs for serving data to frontend applications.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645134" y="551973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349151" y="55197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Microservices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349151" y="6005870"/>
            <a:ext cx="352282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independent services that communicate with each other.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32811"/>
            <a:ext cx="756035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Real-World Flask Applications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678787"/>
            <a:ext cx="4154567" cy="25677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55172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Netflix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6003369"/>
            <a:ext cx="415456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Uses Flask for microservices that handle video streaming data.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798" y="2678787"/>
            <a:ext cx="4154686" cy="25677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7798" y="55172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Reddit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7798" y="6003369"/>
            <a:ext cx="415468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 internal APIs are powered by Flask.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7405" y="2678787"/>
            <a:ext cx="4154567" cy="25677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7405" y="55172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Uber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7405" y="6003369"/>
            <a:ext cx="415456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Uses Flask in backend services for ride and driver management.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70164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Final Thoughts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739271"/>
            <a:ext cx="3705463" cy="1959412"/>
          </a:xfrm>
          <a:prstGeom prst="roundRect">
            <a:avLst>
              <a:gd name="adj" fmla="val 9952"/>
            </a:avLst>
          </a:prstGeom>
          <a:solidFill>
            <a:srgbClr val="282C32"/>
          </a:solidFill>
          <a:ln/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61284" y="295584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Easy to Learn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61284" y="3441978"/>
            <a:ext cx="32723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Flask has a gentle learning curve, suitable for beginners.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166747" y="2739271"/>
            <a:ext cx="3705463" cy="1959412"/>
          </a:xfrm>
          <a:prstGeom prst="roundRect">
            <a:avLst>
              <a:gd name="adj" fmla="val 9952"/>
            </a:avLst>
          </a:prstGeom>
          <a:solidFill>
            <a:srgbClr val="282C32"/>
          </a:solidFill>
          <a:ln/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383322" y="295584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Flexible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83322" y="3441978"/>
            <a:ext cx="327231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Provides the necessary tools without unnecessary complexity.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4709" y="4915257"/>
            <a:ext cx="7627382" cy="1612702"/>
          </a:xfrm>
          <a:prstGeom prst="roundRect">
            <a:avLst>
              <a:gd name="adj" fmla="val 12091"/>
            </a:avLst>
          </a:prstGeom>
          <a:solidFill>
            <a:srgbClr val="282C32"/>
          </a:solidFill>
          <a:ln/>
          <a:effectLst>
            <a:outerShdw blurRad="53340" dist="26670" dir="13500000" algn="bl" rotWithShape="0">
              <a:srgbClr val="FFFFFF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61284" y="513183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Powerful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61284" y="5617964"/>
            <a:ext cx="719423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Flask allows developers to build scalable and efficient web applications.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282</Words>
  <Application>Microsoft Office PowerPoint</Application>
  <PresentationFormat>Custom</PresentationFormat>
  <Paragraphs>51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Barlow 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saadhana m</cp:lastModifiedBy>
  <cp:revision>4</cp:revision>
  <dcterms:created xsi:type="dcterms:W3CDTF">2025-03-20T13:44:42Z</dcterms:created>
  <dcterms:modified xsi:type="dcterms:W3CDTF">2025-03-20T13:53:34Z</dcterms:modified>
</cp:coreProperties>
</file>